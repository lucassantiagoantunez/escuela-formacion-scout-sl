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Aula EDiFoS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Presentación de prueba</a:t>
            </a:r>
          </a:p>
          <a:p>
            <a:r>
              <a:t>Texto y diapositivas dentro de la clase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Segunda diapositiva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Comprobación de navegación y acentos: formación.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